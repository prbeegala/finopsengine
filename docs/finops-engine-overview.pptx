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164592" cy="228600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FINOPS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Peak-aware Azure cost optimisation,
in four small engines.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>
                <a:solidFill>
                  <a:srgbClr val="F2A13B"/>
                </a:solidFill>
                <a:latin typeface="Calibri"/>
              </a:rPr>
              <a:t>Replace Advisor's averages.  Find the waste it can't price.  Own the buffer.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493776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93776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Stdlib 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93776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az login · no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937760"/>
            <a:ext cx="822960" cy="411480"/>
          </a:xfrm>
          <a:prstGeom prst="roundRect">
            <a:avLst>
              <a:gd name="adj" fmla="val 50000"/>
            </a:avLst>
          </a:prstGeom>
          <a:solidFill>
            <a:srgbClr val="F2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v0.1.1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Today's tools leave money — and risk — on the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164592"/>
          </a:xfrm>
          <a:prstGeom prst="rect">
            <a:avLst/>
          </a:prstGeom>
          <a:solidFill>
            <a:srgbClr val="F2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3383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Azure 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3832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Uses averages — unsafe on bursty / batch workloads.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Ignores orphan waste (snapshots, empty plans, idle LBs).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No owner routing. Findings die in a portal tab.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No buffer-aware RI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57600" cy="164592"/>
          </a:xfrm>
          <a:prstGeom prst="rect">
            <a:avLst/>
          </a:prstGeom>
          <a:solidFill>
            <a:srgbClr val="F2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10512"/>
            <a:ext cx="3383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FinOps SaaS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3832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Charge a percentage of savings you find for them.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Black-box scoring — hard to defend in a change review.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Still hand-off remediation to your engineers.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Vendor lock-in, data egress, security review tax.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657600" cy="164592"/>
          </a:xfrm>
          <a:prstGeom prst="rect">
            <a:avLst/>
          </a:prstGeom>
          <a:solidFill>
            <a:srgbClr val="F2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10512"/>
            <a:ext cx="3383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What's left to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31720"/>
            <a:ext cx="33832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A weekly 90-minute spreadsheet walkthrough.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Best-effort orphan hunts in Cost Management.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RI buys based on a single-SKU portal screen.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No memory of what was actioned vs deferred.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Net: real money is saved by the practitioner, not the tool.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Four small engines that do the work a senior practitioner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889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88920" cy="16459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2514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rightsizing-peak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5146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P95 / P99 instead of averages.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Flags Advisor's unsafe downsizes.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Tunable thresholds per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7889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788920" cy="164592"/>
          </a:xfrm>
          <a:prstGeom prst="rect">
            <a:avLst/>
          </a:prstGeom>
          <a:solidFill>
            <a:srgbClr val="F2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10512"/>
            <a:ext cx="2514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hidden-waste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31720"/>
            <a:ext cx="25146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7 categories Advisor doesn't price.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Real £ from Cost Mgmt actuals.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Ships an Azure Policy starter pack.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7889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2788920" cy="16459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10512"/>
            <a:ext cx="2514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ri-coverage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25146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Risk-scored RI / SP shortlist.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Bounded by your refund buffer.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Quantifies the buffer's binding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554480"/>
            <a:ext cx="27889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554480"/>
            <a:ext cx="2788920" cy="164592"/>
          </a:xfrm>
          <a:prstGeom prst="rect">
            <a:avLst/>
          </a:prstGeom>
          <a:solidFill>
            <a:srgbClr val="F2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810512"/>
            <a:ext cx="2514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context-enricher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331720"/>
            <a:ext cx="25146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Joins findings to owner / criticality.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One GitHub Issue per CODEOWNER.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Replaces the weekly spreadsheet.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Stdlib Python.   az login.   No agents.   No SaaS.   Read-only.   Costs from your actual bill, not list price.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ENGINE 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rightsizing-peak — peak beats average, every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6949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Replaces Advisor's average-based downsize logic with P95 / P99 peak-aware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9494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30 days of per-hour Max CPU + Min memory from Azure Monitor.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Per-VM verdict: DOWNSIZE / KEEP / UPSIZE_WARNING / INSUFFICIENT_DATA.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Cross-checks Advisor and flags any of its downsizes the engine deems unsafe.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Seven CLI flags to tune downsize / upsize / coverage thresholds at runtime.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Conservative / Balanced / Aggressive starter profiles in the README.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087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69164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2A13B"/>
                </a:solidFill>
                <a:latin typeface="Calibri"/>
              </a:rPr>
              <a:t>HEADLINE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57400"/>
            <a:ext cx="3840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Expect 1–5% of Advisor's downsize recommendations to be unsafe.
One missed peak wipes a year of savings.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520440"/>
            <a:ext cx="4114800" cy="2377440"/>
          </a:xfrm>
          <a:prstGeom prst="rect">
            <a:avLst/>
          </a:prstGeom>
          <a:solidFill>
            <a:srgbClr val="1B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611880"/>
            <a:ext cx="3840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2A13B"/>
                </a:solidFill>
                <a:latin typeface="Consolas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886200"/>
            <a:ext cx="38862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F4F6F8"/>
                </a:solidFill>
                <a:latin typeface="Consolas"/>
              </a:rPr>
              <a:t>python tools/rightsizing-peak/
  rightsizing_peak.py `
  --subs &lt;sub1&gt;,&lt;sub2&gt; `
  --days 30 `
  --out-dir ./out/peak `
  --downsize-cpu-p95-max 80 `
  --upsize-cpu-p95-min   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ENGINE 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hidden-waste — seven categories Advisor doesn't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6949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Finds the orphans, lifecycle gaps, and idle infrastructure Cost Management hides at the bottom of a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9494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Empty App Service Plans · idle Standard load balancers.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Orphan NICs · unattached premium disks (incl. ASR seed disks).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Old snapshots · stopped-not-deallocated VMs · unused public IPs.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Priced from 30-day Cost Management actuals; list-price fallback when actuals are missing.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Ships a starter Azure Policy pack to prevent the same waste recurring.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087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69164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2A13B"/>
                </a:solidFill>
                <a:latin typeface="Calibri"/>
              </a:rPr>
              <a:t>HEADLINE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57400"/>
            <a:ext cx="3840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Single-digit-percent of monthly spend
is the typical first-pass result —
often dominated by a couple of outliers no human had spotted.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520440"/>
            <a:ext cx="4114800" cy="2377440"/>
          </a:xfrm>
          <a:prstGeom prst="rect">
            <a:avLst/>
          </a:prstGeom>
          <a:solidFill>
            <a:srgbClr val="1B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611880"/>
            <a:ext cx="3840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2A13B"/>
                </a:solidFill>
                <a:latin typeface="Consolas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886200"/>
            <a:ext cx="38862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F4F6F8"/>
                </a:solidFill>
                <a:latin typeface="Consolas"/>
              </a:rPr>
              <a:t>python tools/hidden-waste/
  hidden_waste.py `
  --subs &lt;sub1&gt;,&lt;sub2&gt; `
  --out-dir ./out/hidden
# Outputs:
#  hidden-waste-&lt;date&gt;.md
#  hidden-waste-&lt;date&gt;.csv
#  policy/*.audit.json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ENGINE 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ri-coverage — buy what fits the buffer, not the portal.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6949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Workload-aware Reservations &amp; Compute Savings Plan shortlist, risk-scored against the cancellation-exposure buffer your procurement function actually 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9494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Per family × region demand curve, not single-SKU portal view.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Defaults to a £5,000 refund buffer; overridable per run.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Risk score per recommendation (HIGH / MED / LOW).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Quantifies the additional savings unlocked by raising the buffer — usually the binding constraint.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Cross-checked against rightsizing-peak so you never reserve a workload that should be downsized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087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69164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2A13B"/>
                </a:solidFill>
                <a:latin typeface="Calibri"/>
              </a:rPr>
              <a:t>HEADLINE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57400"/>
            <a:ext cx="3840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binding constraint is usually
procurement, not the data.
Price the buffer.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520440"/>
            <a:ext cx="4114800" cy="2377440"/>
          </a:xfrm>
          <a:prstGeom prst="rect">
            <a:avLst/>
          </a:prstGeom>
          <a:solidFill>
            <a:srgbClr val="1B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611880"/>
            <a:ext cx="3840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2A13B"/>
                </a:solidFill>
                <a:latin typeface="Consolas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886200"/>
            <a:ext cx="38862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F4F6F8"/>
                </a:solidFill>
                <a:latin typeface="Consolas"/>
              </a:rPr>
              <a:t>python tools/ri-coverage/
  ri_coverage.py `
  --subs &lt;sub1&gt;,&lt;sub2&gt; `
  --out-dir ./out/ri
# Outputs:
#  ri-coverage-&lt;date&gt;.md
#  ri-shortlist-&lt;date&gt;.md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ENGINE 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context-enricher — every finding has an owner by morning.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6949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Joins the engines' CSVs with criticality, owner, environment, and confidence — and routes findings to the right team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9494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Owner resolved from CODEOWNERS (tag/YAML fallback on roadmap).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Auto-issues HIGH and MED only; LOW is reported but not raised.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One GitHub Issue per owner — edited in place each run, never duplicated.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Per-row `accept` / `defer` / `reject` for closed-loop tracking.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01828"/>
                </a:solidFill>
                <a:latin typeface="Calibri"/>
              </a:rPr>
              <a:t>•  Replaces the recurring weekly FinOps spreadsheet walkthrough.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087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69164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2A13B"/>
                </a:solidFill>
                <a:latin typeface="Calibri"/>
              </a:rPr>
              <a:t>HEADLINE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57400"/>
            <a:ext cx="3840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One Issue per owner.
One morning.
No spreadsheet.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520440"/>
            <a:ext cx="4114800" cy="2377440"/>
          </a:xfrm>
          <a:prstGeom prst="rect">
            <a:avLst/>
          </a:prstGeom>
          <a:solidFill>
            <a:srgbClr val="1B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611880"/>
            <a:ext cx="3840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2A13B"/>
                </a:solidFill>
                <a:latin typeface="Consolas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886200"/>
            <a:ext cx="38862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F4F6F8"/>
                </a:solidFill>
                <a:latin typeface="Consolas"/>
              </a:rPr>
              <a:t>python tools/context-enricher/
  context_enricher.py `
  --hidden-waste ./out/hidden `
  --rightsizing  ./out/peak `
  --out-dir ./out/enriched
# Outputs:
#  enriched-&lt;date&gt;.md
#  issues/&lt;owner&gt;-&lt;date&gt;.md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HOW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One nightly workflow. ~10 minutes. Read-only.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1.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1031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GitHub OIDC →
Azure Reader +
Cost Mgmt Reader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71800" y="2880360"/>
            <a:ext cx="365760" cy="457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201168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148840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2.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06040"/>
            <a:ext cx="21031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rightsizing-peak
hidden-waste
ri-coverage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2880360"/>
            <a:ext cx="365760" cy="457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201168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2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48840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3. Enrich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06040"/>
            <a:ext cx="21031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context-enricher
joins + routes
to CODEOWNERS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66760" y="2880360"/>
            <a:ext cx="365760" cy="45720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2520" y="201168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2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2148840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4. Publish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606040"/>
            <a:ext cx="21031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Per-owner GitHub
Issues · MD reports
· CSV · Workbooks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What you get every morning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Calibri"/>
              </a:rPr>
              <a:t>Markdown reports for execs   ·   CSVs for data teams   ·   Per-owner GitHub Issues for engineers   ·   Azure Monitor Workbooks for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THE OUTPUT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Synthetic example — see /samples for the full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68580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492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onsolas"/>
              </a:rPr>
              <a:t>## FinOps remediation queue — contoso-app-team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6492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onsolas"/>
              </a:rPr>
              <a:t>**12 findings · ~£8,420 / month (£101k / yr) recoverable.**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64922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Consolas"/>
              </a:rPr>
              <a:t># | Resource          | Category    | Conf | £/mo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07208"/>
            <a:ext cx="64922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Consolas"/>
              </a:rPr>
              <a:t>--+-------------------+-------------+------+-----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9816"/>
            <a:ext cx="64922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Consolas"/>
              </a:rPr>
              <a:t> 1| asr-seed-disk-01  | unattached  | HIGH | 2,710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92424"/>
            <a:ext cx="64922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Consolas"/>
              </a:rPr>
              <a:t> 2| empty-asp-prod-04 | empty-asp   | HIGH | 1,290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85032"/>
            <a:ext cx="64922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Consolas"/>
              </a:rPr>
              <a:t> 3| snap-old-img-7    | old-snap    | HIGH |   840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64922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Consolas"/>
              </a:rPr>
              <a:t> 4| pip-unused-eu-12  | unused-ip   | MED  |   190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70248"/>
            <a:ext cx="64922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Consolas"/>
              </a:rPr>
              <a:t> 5| nic-orphan-prod-3 | orphan-nic  | MED  |    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62856"/>
            <a:ext cx="64922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Consolas"/>
              </a:rPr>
              <a:t>…  (truncated)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6492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onsolas"/>
              </a:rPr>
              <a:t>Reply with `accept` / `defer` / `reject` per row.   £/mo = your Cost Management actuals (not list price).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691640"/>
            <a:ext cx="4114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Who reads 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194560"/>
            <a:ext cx="41148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Exec / FinOps lead → Markdown summary (combined-*.md).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Data team → CSV (one row per resource, every column you need to join).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Engineering owner → GitHub Issue, edited in place each night.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Ops → Azure Monitor Workbook with the engine's custom log 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WHY IT'S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Built for the practitioner, not the procurement deck.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29184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691640"/>
            <a:ext cx="274320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Azure Advisor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274320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FinOps SaaS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691640"/>
            <a:ext cx="2743200" cy="502920"/>
          </a:xfrm>
          <a:prstGeom prst="rect">
            <a:avLst/>
          </a:prstGeom>
          <a:solidFill>
            <a:srgbClr val="0B1F3A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FinOps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2918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Peak-aware verdicts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219456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✗ Avg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19456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Sometimes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194560"/>
            <a:ext cx="2743200" cy="502920"/>
          </a:xfrm>
          <a:prstGeom prst="rect">
            <a:avLst/>
          </a:prstGeom>
          <a:solidFill>
            <a:srgbClr val="E6F7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✓ P95 / P99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Prices orphan waste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26974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6974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Partial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697480"/>
            <a:ext cx="2743200" cy="502920"/>
          </a:xfrm>
          <a:prstGeom prst="rect">
            <a:avLst/>
          </a:prstGeom>
          <a:solidFill>
            <a:srgbClr val="D4EFF1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✓ 7 categories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32918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Buffer-aware 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320040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20040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Some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200400"/>
            <a:ext cx="2743200" cy="502920"/>
          </a:xfrm>
          <a:prstGeom prst="rect">
            <a:avLst/>
          </a:prstGeom>
          <a:solidFill>
            <a:srgbClr val="E6F7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✓ Configurable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Auto-routes to owners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370332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70332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Premium tier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703320"/>
            <a:ext cx="2743200" cy="502920"/>
          </a:xfrm>
          <a:prstGeom prst="rect">
            <a:avLst/>
          </a:prstGeom>
          <a:solidFill>
            <a:srgbClr val="D4EFF1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✓ CODEOWNERS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32918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Open source · 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420624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n/a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20624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4206240"/>
            <a:ext cx="2743200" cy="502920"/>
          </a:xfrm>
          <a:prstGeom prst="rect">
            <a:avLst/>
          </a:prstGeom>
          <a:solidFill>
            <a:srgbClr val="E6F7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0916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Cost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47091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Free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7091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% of savings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4709160"/>
            <a:ext cx="2743200" cy="502920"/>
          </a:xfrm>
          <a:prstGeom prst="rect">
            <a:avLst/>
          </a:prstGeom>
          <a:solidFill>
            <a:srgbClr val="D4EFF1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Free · stdlib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12080"/>
            <a:ext cx="32918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Auditable verdicts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521208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Black-box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21208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Black-box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5212080"/>
            <a:ext cx="2743200" cy="502920"/>
          </a:xfrm>
          <a:prstGeom prst="rect">
            <a:avLst/>
          </a:prstGeom>
          <a:solidFill>
            <a:srgbClr val="E6F7F8"/>
          </a:solidFill>
          <a:ln w="6350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Deterministic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Public roadmap — you can see the whole backlog on GitHub.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283464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834640" cy="16459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2560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5603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Storage / Hot-tier waste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Log Analytics &amp; App Insights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AKS node-pool peak rightsizing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Dev / test auto-shutdown gap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Cosmos DB autoscale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Network · NAT / ER / VPN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54480"/>
            <a:ext cx="283464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834640" cy="16459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10512"/>
            <a:ext cx="2560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Engine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5603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Upsize + SKU-family swap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State DB · trend tracking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RI vs Savings Plan trade-off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Tag / YAML owner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83464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834640" cy="164592"/>
          </a:xfrm>
          <a:prstGeom prst="rect">
            <a:avLst/>
          </a:prstGeom>
          <a:solidFill>
            <a:srgbClr val="F2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10512"/>
            <a:ext cx="2560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Trust the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25603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Unit tests + CI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Output schema versioning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--plan-only dry-run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Label-based dedupe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Per-finding stable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54480"/>
            <a:ext cx="283464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554480"/>
            <a:ext cx="2834640" cy="164592"/>
          </a:xfrm>
          <a:prstGeom prst="rect">
            <a:avLst/>
          </a:prstGeom>
          <a:solidFill>
            <a:srgbClr val="F2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10512"/>
            <a:ext cx="2560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331720"/>
            <a:ext cx="25603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Docker · single CLI · YAML config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Slack / Teams / ServiceNow / Jira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Power BI dataset export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AWS + GCP adapters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M365 licensing waste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v0.2.0  →  low-risk wins   ·   v0.3.0  →  trust-the-automation bundle   ·   v1.0.0  →  schema lock + tests +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FinOps Engine · Open source · 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6446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github.com/prbeegala/FinOpsEngine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GET STARTED IN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commands. Real findings before lunch.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00" cy="4023360"/>
          </a:xfrm>
          <a:prstGeom prst="rect">
            <a:avLst/>
          </a:prstGeom>
          <a:solidFill>
            <a:srgbClr val="1B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949440" cy="3749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F4F6F8"/>
                </a:solidFill>
                <a:latin typeface="Consolas"/>
              </a:rPr>
              <a:t>git clone https://github.com/prbeegala/FinOpsEngine.git
cd FinOpsEngine
az login
az account set --subscription &lt;default-sub-id&gt;
python tools/rightsizing-peak/rightsizing_peak.py `
    --subs &lt;sub1&gt;,&lt;sub2&gt; `
    --days 30 `
    --out-dir ./out/peak-rightsizing
python tools/hidden-waste/hidden_waste.py `
    --subs &lt;sub1&gt;,&lt;sub2&gt; `
    --out-dir ./out/hidden-waste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3383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WHAT YOU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468880"/>
            <a:ext cx="338328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az login (Reader + Cost Mgmt Reader).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Python 3.10+ (no extra packages).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A list of subscription IDs.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434840"/>
            <a:ext cx="3383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800600"/>
            <a:ext cx="33832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README.md · per-tool READMEs.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samples/ · synthetic outputs.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ROADMAP.md · what's coming.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1155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F2A13B"/>
                </a:solidFill>
                <a:latin typeface="Calibri"/>
              </a:rPr>
              <a:t>github.com/prbeegala/FinOpsEngine    ·    Open source · MIT · v0.1.1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